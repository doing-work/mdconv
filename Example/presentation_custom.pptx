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Introduction</a:t>
            </a:r>
          </a:p>
          <a:p>
            <a:pPr lvl="0"/>
            <a:r>
              <a:rPr/>
              <a:t>Welcome to the presentation</a:t>
            </a:r>
          </a:p>
          <a:p>
            <a:pPr lvl="0"/>
            <a:r>
              <a:rPr/>
              <a:t>This is the first slide</a:t>
            </a:r>
          </a:p>
          <a:p>
            <a:pPr lvl="0"/>
            <a:r>
              <a:rPr/>
              <a:t>Created from markdown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2: Features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Points</a:t>
            </a:r>
          </a:p>
          <a:p>
            <a:pPr lvl="0" indent="-342900" marL="342900">
              <a:buAutoNum type="arabicPeriod"/>
            </a:pPr>
            <a:r>
              <a:rPr b="1"/>
              <a:t>Feature One</a:t>
            </a:r>
            <a:r>
              <a:rPr/>
              <a:t>: Important feature description</a:t>
            </a:r>
          </a:p>
          <a:p>
            <a:pPr lvl="0" indent="-342900" marL="342900">
              <a:buAutoNum type="arabicPeriod"/>
            </a:pPr>
            <a:r>
              <a:rPr b="1"/>
              <a:t>Feature Two</a:t>
            </a:r>
            <a:r>
              <a:rPr/>
              <a:t>: Another important feature</a:t>
            </a:r>
          </a:p>
          <a:p>
            <a:pPr lvl="0" indent="-342900" marL="342900">
              <a:buAutoNum type="arabicPeriod"/>
            </a:pPr>
            <a:r>
              <a:rPr b="1"/>
              <a:t>Feature Three</a:t>
            </a:r>
            <a:r>
              <a:rPr/>
              <a:t>: Yet another feature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Benefits</a:t>
            </a:r>
          </a:p>
          <a:p>
            <a:pPr lvl="0"/>
            <a:r>
              <a:rPr/>
              <a:t>Easy to create</a:t>
            </a:r>
          </a:p>
          <a:p>
            <a:pPr lvl="0"/>
            <a:r>
              <a:rPr/>
              <a:t>Markdown-based</a:t>
            </a:r>
          </a:p>
          <a:p>
            <a:pPr lvl="0"/>
            <a:r>
              <a:rPr/>
              <a:t>Professional output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3: Examples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Example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hello():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"Hello, World!"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Table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4: Conclusion</a:t>
            </a:r>
          </a:p>
          <a:p>
            <a:pPr lvl="0"/>
            <a:r>
              <a:rPr/>
              <a:t>Summary of key points</a:t>
            </a:r>
          </a:p>
          <a:p>
            <a:pPr lvl="0"/>
            <a:r>
              <a:rPr/>
              <a:t>Thank you for your attention</a:t>
            </a:r>
          </a:p>
          <a:p>
            <a:pPr lvl="0"/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2025-12-19T08:27:05Z</dcterms:created>
  <dcterms:modified xsi:type="dcterms:W3CDTF">2025-12-19T08:27:05Z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-color">
    <vt:lpwstr/>
  </property>
  <property fmtid="{D5CDD505-2E9C-101B-9397-08002B2CF9AE}" pid="3" name="font-family">
    <vt:lpwstr>Calibri</vt:lpwstr>
  </property>
  <property fmtid="{D5CDD505-2E9C-101B-9397-08002B2CF9AE}" pid="4" name="theme-color">
    <vt:lpwstr/>
  </property>
</Properties>
</file>