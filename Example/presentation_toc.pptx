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.xml" /><Relationship Id="rId3" Type="http://schemas.openxmlformats.org/officeDocument/2006/relationships/slide" Target="slide3.xml" /><Relationship Id="rId4" Type="http://schemas.openxmlformats.org/officeDocument/2006/relationships/slide" Target="slide4.xml" /><Relationship Id="rId5" Type="http://schemas.openxmlformats.org/officeDocument/2006/relationships/slide" Target="slide4.xml" /><Relationship Id="rId6" Type="http://schemas.openxmlformats.org/officeDocument/2006/relationships/slide" Target="slide4.xml" /><Relationship Id="rId7" Type="http://schemas.openxmlformats.org/officeDocument/2006/relationships/slide" Target="slide5.xml" /><Relationship Id="rId8" Type="http://schemas.openxmlformats.org/officeDocument/2006/relationships/slide" Target="slide5.xml" /><Relationship Id="rId9" Type="http://schemas.openxmlformats.org/officeDocument/2006/relationships/slide" Target="slide5.xml" /><Relationship Id="rId10" Type="http://schemas.openxmlformats.org/officeDocument/2006/relationships/slide" Target="slide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Presentation Title</a:t>
            </a:r>
          </a:p>
          <a:p>
            <a:pPr lvl="1"/>
            <a:r>
              <a:rPr>
                <a:hlinkClick r:id="rId3" action="ppaction://hlinksldjump"/>
              </a:rPr>
              <a:t>Slide 1: Introduction</a:t>
            </a:r>
          </a:p>
          <a:p>
            <a:pPr lvl="1"/>
            <a:r>
              <a:rPr>
                <a:hlinkClick r:id="rId4" action="ppaction://hlinksldjump"/>
              </a:rPr>
              <a:t>Slide 2: Features</a:t>
            </a:r>
          </a:p>
          <a:p>
            <a:pPr lvl="2"/>
            <a:r>
              <a:rPr>
                <a:hlinkClick r:id="rId5" action="ppaction://hlinksldjump"/>
              </a:rPr>
              <a:t>Key Points</a:t>
            </a:r>
          </a:p>
          <a:p>
            <a:pPr lvl="2"/>
            <a:r>
              <a:rPr>
                <a:hlinkClick r:id="rId6" action="ppaction://hlinksldjump"/>
              </a:rPr>
              <a:t>Benefits</a:t>
            </a:r>
          </a:p>
          <a:p>
            <a:pPr lvl="1"/>
            <a:r>
              <a:rPr>
                <a:hlinkClick r:id="rId7" action="ppaction://hlinksldjump"/>
              </a:rPr>
              <a:t>Slide 3: Examples</a:t>
            </a:r>
          </a:p>
          <a:p>
            <a:pPr lvl="2"/>
            <a:r>
              <a:rPr>
                <a:hlinkClick r:id="rId8" action="ppaction://hlinksldjump"/>
              </a:rPr>
              <a:t>Code Example</a:t>
            </a:r>
          </a:p>
          <a:p>
            <a:pPr lvl="2"/>
            <a:r>
              <a:rPr>
                <a:hlinkClick r:id="rId9" action="ppaction://hlinksldjump"/>
              </a:rPr>
              <a:t>Table Example</a:t>
            </a:r>
          </a:p>
          <a:p>
            <a:pPr lvl="1"/>
            <a:r>
              <a:rPr>
                <a:hlinkClick r:id="rId10" action="ppaction://hlinksldjump"/>
              </a:rPr>
              <a:t>Slide 4: Conclusion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Title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Welcome to the presentation</a:t>
            </a:r>
          </a:p>
          <a:p>
            <a:pPr lvl="0"/>
            <a:r>
              <a:rPr/>
              <a:t>This is the first slide</a:t>
            </a:r>
          </a:p>
          <a:p>
            <a:pPr lvl="0"/>
            <a:r>
              <a:rPr/>
              <a:t>Created from markdown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Points</a:t>
            </a:r>
          </a:p>
          <a:p>
            <a:pPr lvl="0" indent="-342900" marL="342900">
              <a:buAutoNum type="arabicPeriod"/>
            </a:pPr>
            <a:r>
              <a:rPr b="1"/>
              <a:t>Feature One</a:t>
            </a:r>
            <a:r>
              <a:rPr/>
              <a:t>: Important feature description</a:t>
            </a:r>
          </a:p>
          <a:p>
            <a:pPr lvl="0" indent="-342900" marL="342900">
              <a:buAutoNum type="arabicPeriod"/>
            </a:pPr>
            <a:r>
              <a:rPr b="1"/>
              <a:t>Feature Two</a:t>
            </a:r>
            <a:r>
              <a:rPr/>
              <a:t>: Another important feature</a:t>
            </a:r>
          </a:p>
          <a:p>
            <a:pPr lvl="0" indent="-342900" marL="342900">
              <a:buAutoNum type="arabicPeriod"/>
            </a:pPr>
            <a:r>
              <a:rPr b="1"/>
              <a:t>Feature Three</a:t>
            </a:r>
            <a:r>
              <a:rPr/>
              <a:t>: Yet another feature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Benefits</a:t>
            </a:r>
          </a:p>
          <a:p>
            <a:pPr lvl="0"/>
            <a:r>
              <a:rPr/>
              <a:t>Easy to create</a:t>
            </a:r>
          </a:p>
          <a:p>
            <a:pPr lvl="0"/>
            <a:r>
              <a:rPr/>
              <a:t>Markdown-based</a:t>
            </a:r>
          </a:p>
          <a:p>
            <a:pPr lvl="0"/>
            <a:r>
              <a:rPr/>
              <a:t>Professional output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3: Examples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Example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hello():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"Hello, World!"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Table Example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Summary of key points</a:t>
            </a:r>
          </a:p>
          <a:p>
            <a:pPr lvl="0"/>
            <a:r>
              <a:rPr/>
              <a:t>Thank you for your attention</a:t>
            </a:r>
          </a:p>
          <a:p>
            <a:pPr lvl="0"/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2025-12-19T08:15:35Z</dcterms:created>
  <dcterms:modified xsi:type="dcterms:W3CDTF">2025-12-19T08:15:35Z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